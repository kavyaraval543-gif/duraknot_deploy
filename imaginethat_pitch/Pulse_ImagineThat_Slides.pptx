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Kavya Raval. My idea is called Pulse: a plug-in brain for every small factory machine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into almost any small factory and ask one simple question: *how much did this machine produce today, and why did it stop?*</a:t>
            </a:r>
          </a:p>
          <a:p>
            <a:r>
              <a:t>Most owners can't answer. It's not that they don't care. The data simply doesn't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 has more than sixty million MSMEs, and most of them still run on paper registers and guesswork.</a:t>
            </a:r>
          </a:p>
          <a:p>
            <a:r>
              <a:t>Their machines quietly lose hours to idle time, to small two-minute stoppages that add up, and to defects that nobody notices until dispatch.</a:t>
            </a:r>
          </a:p>
          <a:p>
            <a:r>
              <a:t>Industrial monitoring software does exist, but it's priced for big plants. Small factories are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Pulse is a low-cost sensor kit that clips onto a machine the factory already owns. There's no rewiring and no new machinery.</a:t>
            </a:r>
          </a:p>
          <a:p>
            <a:r>
              <a:t>A rotary encoder counts output and speed, a vibration sensor flags defect patterns, and a small ESP32 module streams the data every second.</a:t>
            </a:r>
          </a:p>
          <a:p>
            <a:r>
              <a:t>Our target is for the kit to cost less than a smartphone.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goes straight to a simple dashboard on the owner's phone.</a:t>
            </a:r>
          </a:p>
          <a:p>
            <a:r>
              <a:t>Pulse calculates OEE, the world-standard score for how well a machine is really being used.</a:t>
            </a:r>
          </a:p>
          <a:p>
            <a:r>
              <a:t>It also sends alerts in plain language, like *"Line 2 has been idle for 9 minutes."* The owner can act right away instead of finding out at the end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just a slide. My teammate and I have already built a working prototype for a real wire-fence manufacturer, Duraknot.</a:t>
            </a:r>
          </a:p>
          <a:p>
            <a:r>
              <a:t>It has ESP32 firmware, a live backend with an alert engine, and a dashboard deployed online. The whole thing is tested and calibrated against industry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matter? Even a five percent gain in utilisation means more output from machines a factory already owns.</a:t>
            </a:r>
          </a:p>
          <a:p>
            <a:r>
              <a:t>That means more income for owners, more jobs as small units grow, and less wasted material and energy.</a:t>
            </a:r>
          </a:p>
          <a:p>
            <a:r>
              <a:t>Multiply that across millions of MSMEs, and you strengthen the backbone of India's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Pulse gives the smallest factory the same intelligence as the biggest one.</a:t>
            </a:r>
          </a:p>
          <a:p>
            <a:r>
              <a:t>Because when every machine has a pulse, every maker can grow.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